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72" r:id="rId3"/>
  </p:sldIdLst>
  <p:sldSz cx="5399405" cy="9144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02" userDrawn="1">
          <p15:clr>
            <a:srgbClr val="A4A3A4"/>
          </p15:clr>
        </p15:guide>
        <p15:guide id="2" pos="17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CB4"/>
    <a:srgbClr val="FDF97B"/>
    <a:srgbClr val="FF8D41"/>
    <a:srgbClr val="B2B2B2"/>
    <a:srgbClr val="202020"/>
    <a:srgbClr val="323232"/>
    <a:srgbClr val="CC3300"/>
    <a:srgbClr val="CC0000"/>
    <a:srgbClr val="FF33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802"/>
        <p:guide pos="174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32825" y="1279525"/>
            <a:ext cx="204000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75000" y="1763949"/>
            <a:ext cx="4050000" cy="2916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3545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75000" y="4802717"/>
            <a:ext cx="4050000" cy="2207683"/>
          </a:xfrm>
        </p:spPr>
        <p:txBody>
          <a:bodyPr>
            <a:normAutofit/>
          </a:bodyPr>
          <a:lstStyle>
            <a:lvl1pPr marL="0" indent="0" algn="ctr">
              <a:buNone/>
              <a:defRPr sz="1065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269875" indent="0" algn="ctr">
              <a:buNone/>
              <a:defRPr sz="1180"/>
            </a:lvl2pPr>
            <a:lvl3pPr marL="539750" indent="0" algn="ctr">
              <a:buNone/>
              <a:defRPr sz="1065"/>
            </a:lvl3pPr>
            <a:lvl4pPr marL="810260" indent="0" algn="ctr">
              <a:buNone/>
              <a:defRPr sz="945"/>
            </a:lvl4pPr>
            <a:lvl5pPr marL="1080135" indent="0" algn="ctr">
              <a:buNone/>
              <a:defRPr sz="945"/>
            </a:lvl5pPr>
            <a:lvl6pPr marL="1350010" indent="0" algn="ctr">
              <a:buNone/>
              <a:defRPr sz="945"/>
            </a:lvl6pPr>
            <a:lvl7pPr marL="1619885" indent="0" algn="ctr">
              <a:buNone/>
              <a:defRPr sz="945"/>
            </a:lvl7pPr>
            <a:lvl8pPr marL="1889760" indent="0" algn="ctr">
              <a:buNone/>
              <a:defRPr sz="945"/>
            </a:lvl8pPr>
            <a:lvl9pPr marL="2160270" indent="0" algn="ctr">
              <a:buNone/>
              <a:defRPr sz="945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875" y="344593"/>
            <a:ext cx="4657500" cy="1767417"/>
          </a:xfrm>
        </p:spPr>
        <p:txBody>
          <a:bodyPr anchor="ctr" anchorCtr="0">
            <a:normAutofit/>
          </a:bodyPr>
          <a:lstStyle>
            <a:lvl1pPr>
              <a:defRPr sz="1415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6875" y="2434167"/>
            <a:ext cx="4657500" cy="5801784"/>
          </a:xfrm>
        </p:spPr>
        <p:txBody>
          <a:bodyPr>
            <a:normAutofit/>
          </a:bodyPr>
          <a:lstStyle>
            <a:lvl1pPr>
              <a:defRPr sz="118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06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945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945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945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8437" y="5001489"/>
            <a:ext cx="3242812" cy="1081809"/>
          </a:xfrm>
        </p:spPr>
        <p:txBody>
          <a:bodyPr anchor="b">
            <a:normAutofit/>
          </a:bodyPr>
          <a:lstStyle>
            <a:lvl1pPr>
              <a:defRPr sz="236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68437" y="6146704"/>
            <a:ext cx="3242812" cy="863407"/>
          </a:xfrm>
        </p:spPr>
        <p:txBody>
          <a:bodyPr>
            <a:normAutofit/>
          </a:bodyPr>
          <a:lstStyle>
            <a:lvl1pPr marL="0" indent="0">
              <a:buNone/>
              <a:defRPr sz="1065">
                <a:solidFill>
                  <a:schemeClr val="tx1"/>
                </a:solidFill>
              </a:defRPr>
            </a:lvl1pPr>
            <a:lvl2pPr marL="269875" indent="0">
              <a:buNone/>
              <a:defRPr sz="1180">
                <a:solidFill>
                  <a:schemeClr val="tx1">
                    <a:tint val="75000"/>
                  </a:schemeClr>
                </a:solidFill>
              </a:defRPr>
            </a:lvl2pPr>
            <a:lvl3pPr marL="539750" indent="0">
              <a:buNone/>
              <a:defRPr sz="1065">
                <a:solidFill>
                  <a:schemeClr val="tx1">
                    <a:tint val="75000"/>
                  </a:schemeClr>
                </a:solidFill>
              </a:defRPr>
            </a:lvl3pPr>
            <a:lvl4pPr marL="8102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080135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35001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619885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18897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875" y="344593"/>
            <a:ext cx="4657500" cy="1767417"/>
          </a:xfrm>
        </p:spPr>
        <p:txBody>
          <a:bodyPr>
            <a:normAutofit/>
          </a:bodyPr>
          <a:lstStyle>
            <a:lvl1pPr>
              <a:defRPr sz="1415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86875" y="2434167"/>
            <a:ext cx="2295000" cy="580178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18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06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945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945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945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649375" y="2434167"/>
            <a:ext cx="2295000" cy="580178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18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06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945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945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945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1953" y="486833"/>
            <a:ext cx="4657500" cy="17674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71953" y="2326615"/>
            <a:ext cx="2284453" cy="1098549"/>
          </a:xfrm>
        </p:spPr>
        <p:txBody>
          <a:bodyPr anchor="b"/>
          <a:lstStyle>
            <a:lvl1pPr marL="0" indent="0">
              <a:buNone/>
              <a:defRPr sz="1415" b="1"/>
            </a:lvl1pPr>
            <a:lvl2pPr marL="269875" indent="0">
              <a:buNone/>
              <a:defRPr sz="1180" b="1"/>
            </a:lvl2pPr>
            <a:lvl3pPr marL="539750" indent="0">
              <a:buNone/>
              <a:defRPr sz="1065" b="1"/>
            </a:lvl3pPr>
            <a:lvl4pPr marL="810260" indent="0">
              <a:buNone/>
              <a:defRPr sz="945" b="1"/>
            </a:lvl4pPr>
            <a:lvl5pPr marL="1080135" indent="0">
              <a:buNone/>
              <a:defRPr sz="945" b="1"/>
            </a:lvl5pPr>
            <a:lvl6pPr marL="1350010" indent="0">
              <a:buNone/>
              <a:defRPr sz="945" b="1"/>
            </a:lvl6pPr>
            <a:lvl7pPr marL="1619885" indent="0">
              <a:buNone/>
              <a:defRPr sz="945" b="1"/>
            </a:lvl7pPr>
            <a:lvl8pPr marL="1889760" indent="0">
              <a:buNone/>
              <a:defRPr sz="945" b="1"/>
            </a:lvl8pPr>
            <a:lvl9pPr marL="2160270" indent="0">
              <a:buNone/>
              <a:defRPr sz="945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71953" y="3487479"/>
            <a:ext cx="2284453" cy="476540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733750" y="2326615"/>
            <a:ext cx="2295703" cy="1098549"/>
          </a:xfrm>
        </p:spPr>
        <p:txBody>
          <a:bodyPr anchor="b"/>
          <a:lstStyle>
            <a:lvl1pPr marL="0" indent="0">
              <a:buNone/>
              <a:defRPr sz="1415" b="1"/>
            </a:lvl1pPr>
            <a:lvl2pPr marL="269875" indent="0">
              <a:buNone/>
              <a:defRPr sz="1180" b="1"/>
            </a:lvl2pPr>
            <a:lvl3pPr marL="539750" indent="0">
              <a:buNone/>
              <a:defRPr sz="1065" b="1"/>
            </a:lvl3pPr>
            <a:lvl4pPr marL="810260" indent="0">
              <a:buNone/>
              <a:defRPr sz="945" b="1"/>
            </a:lvl4pPr>
            <a:lvl5pPr marL="1080135" indent="0">
              <a:buNone/>
              <a:defRPr sz="945" b="1"/>
            </a:lvl5pPr>
            <a:lvl6pPr marL="1350010" indent="0">
              <a:buNone/>
              <a:defRPr sz="945" b="1"/>
            </a:lvl6pPr>
            <a:lvl7pPr marL="1619885" indent="0">
              <a:buNone/>
              <a:defRPr sz="945" b="1"/>
            </a:lvl7pPr>
            <a:lvl8pPr marL="1889760" indent="0">
              <a:buNone/>
              <a:defRPr sz="945" b="1"/>
            </a:lvl8pPr>
            <a:lvl9pPr marL="2160270" indent="0">
              <a:buNone/>
              <a:defRPr sz="945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2733750" y="3487479"/>
            <a:ext cx="2295703" cy="476540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1250" y="3688292"/>
            <a:ext cx="4657500" cy="1767417"/>
          </a:xfrm>
        </p:spPr>
        <p:txBody>
          <a:bodyPr>
            <a:normAutofit/>
          </a:bodyPr>
          <a:lstStyle>
            <a:lvl1pPr algn="ctr">
              <a:defRPr sz="2835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86453" y="169333"/>
            <a:ext cx="1844823" cy="2133600"/>
          </a:xfrm>
        </p:spPr>
        <p:txBody>
          <a:bodyPr anchor="ctr" anchorCtr="0">
            <a:normAutofit/>
          </a:bodyPr>
          <a:lstStyle>
            <a:lvl1pPr>
              <a:defRPr sz="1415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2296063" y="1021805"/>
            <a:ext cx="2576593" cy="6792595"/>
          </a:xfrm>
        </p:spPr>
        <p:txBody>
          <a:bodyPr/>
          <a:lstStyle>
            <a:lvl1pPr marL="0" indent="0">
              <a:buNone/>
              <a:defRPr sz="1890"/>
            </a:lvl1pPr>
            <a:lvl2pPr marL="269875" indent="0">
              <a:buNone/>
              <a:defRPr sz="1655"/>
            </a:lvl2pPr>
            <a:lvl3pPr marL="539750" indent="0">
              <a:buNone/>
              <a:defRPr sz="1415"/>
            </a:lvl3pPr>
            <a:lvl4pPr marL="810260" indent="0">
              <a:buNone/>
              <a:defRPr sz="1180"/>
            </a:lvl4pPr>
            <a:lvl5pPr marL="1080135" indent="0">
              <a:buNone/>
              <a:defRPr sz="1180"/>
            </a:lvl5pPr>
            <a:lvl6pPr marL="1350010" indent="0">
              <a:buNone/>
              <a:defRPr sz="1180"/>
            </a:lvl6pPr>
            <a:lvl7pPr marL="1619885" indent="0">
              <a:buNone/>
              <a:defRPr sz="1180"/>
            </a:lvl7pPr>
            <a:lvl8pPr marL="1889760" indent="0">
              <a:buNone/>
              <a:defRPr sz="1180"/>
            </a:lvl8pPr>
            <a:lvl9pPr marL="2160270" indent="0">
              <a:buNone/>
              <a:defRPr sz="118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88703" y="2743200"/>
            <a:ext cx="1844823" cy="5082117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945"/>
            </a:lvl1pPr>
            <a:lvl2pPr marL="269875" indent="0">
              <a:buNone/>
              <a:defRPr sz="825"/>
            </a:lvl2pPr>
            <a:lvl3pPr marL="539750" indent="0">
              <a:buNone/>
              <a:defRPr sz="710"/>
            </a:lvl3pPr>
            <a:lvl4pPr marL="810260" indent="0">
              <a:buNone/>
              <a:defRPr sz="590"/>
            </a:lvl4pPr>
            <a:lvl5pPr marL="1080135" indent="0">
              <a:buNone/>
              <a:defRPr sz="590"/>
            </a:lvl5pPr>
            <a:lvl6pPr marL="1350010" indent="0">
              <a:buNone/>
              <a:defRPr sz="590"/>
            </a:lvl6pPr>
            <a:lvl7pPr marL="1619885" indent="0">
              <a:buNone/>
              <a:defRPr sz="590"/>
            </a:lvl7pPr>
            <a:lvl8pPr marL="1889760" indent="0">
              <a:buNone/>
              <a:defRPr sz="590"/>
            </a:lvl8pPr>
            <a:lvl9pPr marL="2160270" indent="0">
              <a:buNone/>
              <a:defRPr sz="59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351395" y="486833"/>
            <a:ext cx="677354" cy="7749117"/>
          </a:xfrm>
        </p:spPr>
        <p:txBody>
          <a:bodyPr vert="eaVert">
            <a:normAutofit/>
          </a:bodyPr>
          <a:lstStyle>
            <a:lvl1pPr>
              <a:defRPr sz="212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71250" y="486833"/>
            <a:ext cx="3933052" cy="7749117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371250" y="735391"/>
            <a:ext cx="4657500" cy="741196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71250" y="486833"/>
            <a:ext cx="46575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71250" y="2434167"/>
            <a:ext cx="46575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71250" y="8475133"/>
            <a:ext cx="1215000" cy="4868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788750" y="8475133"/>
            <a:ext cx="1822500" cy="4868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813750" y="8475133"/>
            <a:ext cx="1215000" cy="4868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539750" rtl="0" eaLnBrk="1" latinLnBrk="0" hangingPunct="1">
        <a:lnSpc>
          <a:spcPct val="90000"/>
        </a:lnSpc>
        <a:spcBef>
          <a:spcPct val="0"/>
        </a:spcBef>
        <a:buNone/>
        <a:defRPr sz="23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5255" indent="-135255" algn="l" defTabSz="539750" rtl="0" eaLnBrk="1" latinLnBrk="0" hangingPunct="1">
        <a:lnSpc>
          <a:spcPct val="90000"/>
        </a:lnSpc>
        <a:spcBef>
          <a:spcPts val="590"/>
        </a:spcBef>
        <a:buFont typeface="Arial" panose="020B0604020202090204" pitchFamily="34" charset="0"/>
        <a:buChar char="•"/>
        <a:defRPr sz="1415" kern="1200">
          <a:solidFill>
            <a:schemeClr val="tx1"/>
          </a:solidFill>
          <a:latin typeface="+mn-lt"/>
          <a:ea typeface="+mn-ea"/>
          <a:cs typeface="+mn-cs"/>
        </a:defRPr>
      </a:lvl1pPr>
      <a:lvl2pPr marL="405130" indent="-135255" algn="l" defTabSz="539750" rtl="0" eaLnBrk="1" latinLnBrk="0" hangingPunct="1">
        <a:lnSpc>
          <a:spcPct val="90000"/>
        </a:lnSpc>
        <a:spcBef>
          <a:spcPct val="59000"/>
        </a:spcBef>
        <a:buFont typeface="Arial" panose="020B0604020202090204" pitchFamily="34" charset="0"/>
        <a:buChar char="•"/>
        <a:defRPr sz="1180" kern="1200">
          <a:solidFill>
            <a:schemeClr val="tx1"/>
          </a:solidFill>
          <a:latin typeface="+mn-lt"/>
          <a:ea typeface="+mn-ea"/>
          <a:cs typeface="+mn-cs"/>
        </a:defRPr>
      </a:lvl2pPr>
      <a:lvl3pPr marL="675005" indent="-135255" algn="l" defTabSz="539750" rtl="0" eaLnBrk="1" latinLnBrk="0" hangingPunct="1">
        <a:lnSpc>
          <a:spcPct val="90000"/>
        </a:lnSpc>
        <a:spcBef>
          <a:spcPct val="59000"/>
        </a:spcBef>
        <a:buFont typeface="Arial" panose="020B0604020202090204" pitchFamily="34" charset="0"/>
        <a:buChar char="•"/>
        <a:defRPr sz="1065" kern="1200">
          <a:solidFill>
            <a:schemeClr val="tx1"/>
          </a:solidFill>
          <a:latin typeface="+mn-lt"/>
          <a:ea typeface="+mn-ea"/>
          <a:cs typeface="+mn-cs"/>
        </a:defRPr>
      </a:lvl3pPr>
      <a:lvl4pPr marL="944880" indent="-135255" algn="l" defTabSz="539750" rtl="0" eaLnBrk="1" latinLnBrk="0" hangingPunct="1">
        <a:lnSpc>
          <a:spcPct val="90000"/>
        </a:lnSpc>
        <a:spcBef>
          <a:spcPct val="59000"/>
        </a:spcBef>
        <a:buFont typeface="Arial" panose="020B0604020202090204" pitchFamily="34" charset="0"/>
        <a:buChar char="•"/>
        <a:defRPr sz="1065" kern="1200">
          <a:solidFill>
            <a:schemeClr val="tx1"/>
          </a:solidFill>
          <a:latin typeface="+mn-lt"/>
          <a:ea typeface="+mn-ea"/>
          <a:cs typeface="+mn-cs"/>
        </a:defRPr>
      </a:lvl4pPr>
      <a:lvl5pPr marL="1214755" indent="-135255" algn="l" defTabSz="539750" rtl="0" eaLnBrk="1" latinLnBrk="0" hangingPunct="1">
        <a:lnSpc>
          <a:spcPct val="90000"/>
        </a:lnSpc>
        <a:spcBef>
          <a:spcPct val="59000"/>
        </a:spcBef>
        <a:buFont typeface="Arial" panose="020B0604020202090204" pitchFamily="34" charset="0"/>
        <a:buChar char="•"/>
        <a:defRPr sz="1065" kern="1200">
          <a:solidFill>
            <a:schemeClr val="tx1"/>
          </a:solidFill>
          <a:latin typeface="+mn-lt"/>
          <a:ea typeface="+mn-ea"/>
          <a:cs typeface="+mn-cs"/>
        </a:defRPr>
      </a:lvl5pPr>
      <a:lvl6pPr marL="1485265" indent="-135255" algn="l" defTabSz="539750" rtl="0" eaLnBrk="1" latinLnBrk="0" hangingPunct="1">
        <a:lnSpc>
          <a:spcPct val="90000"/>
        </a:lnSpc>
        <a:spcBef>
          <a:spcPct val="59000"/>
        </a:spcBef>
        <a:buFont typeface="Arial" panose="020B0604020202090204" pitchFamily="34" charset="0"/>
        <a:buChar char="•"/>
        <a:defRPr sz="1065" kern="1200">
          <a:solidFill>
            <a:schemeClr val="tx1"/>
          </a:solidFill>
          <a:latin typeface="+mn-lt"/>
          <a:ea typeface="+mn-ea"/>
          <a:cs typeface="+mn-cs"/>
        </a:defRPr>
      </a:lvl6pPr>
      <a:lvl7pPr marL="1755140" indent="-135255" algn="l" defTabSz="539750" rtl="0" eaLnBrk="1" latinLnBrk="0" hangingPunct="1">
        <a:lnSpc>
          <a:spcPct val="90000"/>
        </a:lnSpc>
        <a:spcBef>
          <a:spcPct val="59000"/>
        </a:spcBef>
        <a:buFont typeface="Arial" panose="020B0604020202090204" pitchFamily="34" charset="0"/>
        <a:buChar char="•"/>
        <a:defRPr sz="1065" kern="1200">
          <a:solidFill>
            <a:schemeClr val="tx1"/>
          </a:solidFill>
          <a:latin typeface="+mn-lt"/>
          <a:ea typeface="+mn-ea"/>
          <a:cs typeface="+mn-cs"/>
        </a:defRPr>
      </a:lvl7pPr>
      <a:lvl8pPr marL="2025015" indent="-135255" algn="l" defTabSz="539750" rtl="0" eaLnBrk="1" latinLnBrk="0" hangingPunct="1">
        <a:lnSpc>
          <a:spcPct val="90000"/>
        </a:lnSpc>
        <a:spcBef>
          <a:spcPct val="59000"/>
        </a:spcBef>
        <a:buFont typeface="Arial" panose="020B0604020202090204" pitchFamily="34" charset="0"/>
        <a:buChar char="•"/>
        <a:defRPr sz="1065" kern="1200">
          <a:solidFill>
            <a:schemeClr val="tx1"/>
          </a:solidFill>
          <a:latin typeface="+mn-lt"/>
          <a:ea typeface="+mn-ea"/>
          <a:cs typeface="+mn-cs"/>
        </a:defRPr>
      </a:lvl8pPr>
      <a:lvl9pPr marL="2294890" indent="-135255" algn="l" defTabSz="539750" rtl="0" eaLnBrk="1" latinLnBrk="0" hangingPunct="1">
        <a:lnSpc>
          <a:spcPct val="90000"/>
        </a:lnSpc>
        <a:spcBef>
          <a:spcPct val="59000"/>
        </a:spcBef>
        <a:buFont typeface="Arial" panose="020B0604020202090204" pitchFamily="34" charset="0"/>
        <a:buChar char="•"/>
        <a:defRPr sz="10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39750" rtl="0" eaLnBrk="1" latinLnBrk="0" hangingPunct="1">
        <a:defRPr sz="1065" kern="1200">
          <a:solidFill>
            <a:schemeClr val="tx1"/>
          </a:solidFill>
          <a:latin typeface="+mn-lt"/>
          <a:ea typeface="+mn-ea"/>
          <a:cs typeface="+mn-cs"/>
        </a:defRPr>
      </a:lvl1pPr>
      <a:lvl2pPr marL="269875" algn="l" defTabSz="539750" rtl="0" eaLnBrk="1" latinLnBrk="0" hangingPunct="1">
        <a:defRPr sz="1065" kern="1200">
          <a:solidFill>
            <a:schemeClr val="tx1"/>
          </a:solidFill>
          <a:latin typeface="+mn-lt"/>
          <a:ea typeface="+mn-ea"/>
          <a:cs typeface="+mn-cs"/>
        </a:defRPr>
      </a:lvl2pPr>
      <a:lvl3pPr marL="539750" algn="l" defTabSz="539750" rtl="0" eaLnBrk="1" latinLnBrk="0" hangingPunct="1">
        <a:defRPr sz="1065" kern="1200">
          <a:solidFill>
            <a:schemeClr val="tx1"/>
          </a:solidFill>
          <a:latin typeface="+mn-lt"/>
          <a:ea typeface="+mn-ea"/>
          <a:cs typeface="+mn-cs"/>
        </a:defRPr>
      </a:lvl3pPr>
      <a:lvl4pPr marL="810260" algn="l" defTabSz="539750" rtl="0" eaLnBrk="1" latinLnBrk="0" hangingPunct="1">
        <a:defRPr sz="106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algn="l" defTabSz="539750" rtl="0" eaLnBrk="1" latinLnBrk="0" hangingPunct="1">
        <a:defRPr sz="1065" kern="1200">
          <a:solidFill>
            <a:schemeClr val="tx1"/>
          </a:solidFill>
          <a:latin typeface="+mn-lt"/>
          <a:ea typeface="+mn-ea"/>
          <a:cs typeface="+mn-cs"/>
        </a:defRPr>
      </a:lvl5pPr>
      <a:lvl6pPr marL="1350010" algn="l" defTabSz="539750" rtl="0" eaLnBrk="1" latinLnBrk="0" hangingPunct="1">
        <a:defRPr sz="1065" kern="1200">
          <a:solidFill>
            <a:schemeClr val="tx1"/>
          </a:solidFill>
          <a:latin typeface="+mn-lt"/>
          <a:ea typeface="+mn-ea"/>
          <a:cs typeface="+mn-cs"/>
        </a:defRPr>
      </a:lvl6pPr>
      <a:lvl7pPr marL="1619885" algn="l" defTabSz="539750" rtl="0" eaLnBrk="1" latinLnBrk="0" hangingPunct="1">
        <a:defRPr sz="1065" kern="1200">
          <a:solidFill>
            <a:schemeClr val="tx1"/>
          </a:solidFill>
          <a:latin typeface="+mn-lt"/>
          <a:ea typeface="+mn-ea"/>
          <a:cs typeface="+mn-cs"/>
        </a:defRPr>
      </a:lvl7pPr>
      <a:lvl8pPr marL="1889760" algn="l" defTabSz="539750" rtl="0" eaLnBrk="1" latinLnBrk="0" hangingPunct="1">
        <a:defRPr sz="1065" kern="1200">
          <a:solidFill>
            <a:schemeClr val="tx1"/>
          </a:solidFill>
          <a:latin typeface="+mn-lt"/>
          <a:ea typeface="+mn-ea"/>
          <a:cs typeface="+mn-cs"/>
        </a:defRPr>
      </a:lvl8pPr>
      <a:lvl9pPr marL="2160270" algn="l" defTabSz="539750" rtl="0" eaLnBrk="1" latinLnBrk="0" hangingPunct="1">
        <a:defRPr sz="10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712720" y="3409315"/>
            <a:ext cx="1257300" cy="214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 b="1" i="1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方正兰亭中黑_GBK" panose="02000000000000000000" charset="-122"/>
                <a:ea typeface="方正兰亭中黑_GBK" panose="02000000000000000000" charset="-122"/>
              </a:rPr>
              <a:t>{{</a:t>
            </a:r>
            <a:r>
              <a:rPr lang="zh-CN" altLang="en-US" sz="1200" b="1" i="1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方正兰亭中黑_GBK" panose="02000000000000000000" charset="-122"/>
                <a:ea typeface="方正兰亭中黑_GBK" panose="02000000000000000000" charset="-122"/>
              </a:rPr>
              <a:t>数据开始日期</a:t>
            </a:r>
            <a:r>
              <a:rPr lang="en-US" altLang="zh-CN" sz="1200" b="1" i="1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方正兰亭中黑_GBK" panose="02000000000000000000" charset="-122"/>
                <a:ea typeface="方正兰亭中黑_GBK" panose="02000000000000000000" charset="-122"/>
              </a:rPr>
              <a:t>}}-{{</a:t>
            </a:r>
            <a:r>
              <a:rPr lang="zh-CN" altLang="en-US" sz="1200" b="1" i="1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方正兰亭中黑_GBK" panose="02000000000000000000" charset="-122"/>
                <a:ea typeface="方正兰亭中黑_GBK" panose="02000000000000000000" charset="-122"/>
              </a:rPr>
              <a:t>数据结束日期</a:t>
            </a:r>
            <a:r>
              <a:rPr lang="en-US" altLang="zh-CN" sz="1200" b="1" i="1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方正兰亭中黑_GBK" panose="02000000000000000000" charset="-122"/>
                <a:ea typeface="方正兰亭中黑_GBK" panose="02000000000000000000" charset="-122"/>
              </a:rPr>
              <a:t>}}</a:t>
            </a:r>
            <a:endParaRPr lang="en-US" altLang="zh-CN" sz="1200" b="1" i="1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scaled="0"/>
              </a:gradFill>
              <a:latin typeface="方正兰亭中黑_GBK" panose="02000000000000000000" charset="-122"/>
              <a:ea typeface="方正兰亭中黑_GBK" panose="02000000000000000000" charset="-122"/>
            </a:endParaRPr>
          </a:p>
        </p:txBody>
      </p:sp>
      <p:pic>
        <p:nvPicPr>
          <p:cNvPr id="8" name="图片 7" descr="656c07c52b8ad41ab2529ad19180b3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8677275"/>
            <a:ext cx="5399405" cy="466725"/>
          </a:xfrm>
          <a:prstGeom prst="rect">
            <a:avLst/>
          </a:prstGeom>
        </p:spPr>
      </p:pic>
      <p:sp>
        <p:nvSpPr>
          <p:cNvPr id="3" name="圆角矩形 2"/>
          <p:cNvSpPr/>
          <p:nvPr/>
        </p:nvSpPr>
        <p:spPr>
          <a:xfrm>
            <a:off x="409575" y="4206240"/>
            <a:ext cx="4707890" cy="4391660"/>
          </a:xfrm>
          <a:prstGeom prst="roundRect">
            <a:avLst>
              <a:gd name="adj" fmla="val 7406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graphicFrame>
        <p:nvGraphicFramePr>
          <p:cNvPr id="4" name="表格 3"/>
          <p:cNvGraphicFramePr/>
          <p:nvPr>
            <p:custDataLst>
              <p:tags r:id="rId3"/>
            </p:custDataLst>
          </p:nvPr>
        </p:nvGraphicFramePr>
        <p:xfrm>
          <a:off x="621030" y="4319905"/>
          <a:ext cx="4422775" cy="400685"/>
        </p:xfrm>
        <a:graphic>
          <a:graphicData uri="http://schemas.openxmlformats.org/drawingml/2006/table">
            <a:tbl>
              <a:tblPr/>
              <a:tblGrid>
                <a:gridCol w="1292225"/>
                <a:gridCol w="2130425"/>
                <a:gridCol w="1000125"/>
              </a:tblGrid>
              <a:tr h="400685">
                <a:tc>
                  <a:txBody>
                    <a:bodyPr/>
                    <a:p>
                      <a:pPr marL="9525" indent="0" algn="ctr" fontAlgn="ctr"/>
                      <a:r>
                        <a:rPr lang="zh-CN" altLang="en-US" sz="16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机构</a:t>
                      </a:r>
                      <a:endParaRPr lang="zh-CN" altLang="en-US" sz="16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ctr" fontAlgn="ctr"/>
                      <a:r>
                        <a:rPr lang="en-US" altLang="zh-CN" sz="16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          </a:t>
                      </a:r>
                      <a:r>
                        <a:rPr lang="zh-CN" altLang="en-US" sz="16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基金名称</a:t>
                      </a:r>
                      <a:endParaRPr lang="zh-CN" altLang="en-US" sz="16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ctr" fontAlgn="ctr"/>
                      <a:r>
                        <a:rPr lang="en-US" altLang="zh-CN" sz="16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   </a:t>
                      </a:r>
                      <a:r>
                        <a:rPr lang="zh-CN" altLang="en-US" sz="16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金额</a:t>
                      </a:r>
                      <a:endParaRPr lang="zh-CN" altLang="en-US" sz="16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" name="表格 1"/>
          <p:cNvGraphicFramePr/>
          <p:nvPr>
            <p:custDataLst>
              <p:tags r:id="rId4"/>
            </p:custDataLst>
          </p:nvPr>
        </p:nvGraphicFramePr>
        <p:xfrm>
          <a:off x="409575" y="4749800"/>
          <a:ext cx="4719955" cy="3712845"/>
        </p:xfrm>
        <a:graphic>
          <a:graphicData uri="http://schemas.openxmlformats.org/drawingml/2006/table">
            <a:tbl>
              <a:tblPr/>
              <a:tblGrid>
                <a:gridCol w="1878965"/>
                <a:gridCol w="1931670"/>
                <a:gridCol w="909320"/>
              </a:tblGrid>
              <a:tr h="411480">
                <a:tc>
                  <a:txBody>
                    <a:bodyPr/>
                    <a:p>
                      <a:pPr marL="9525" indent="0" algn="ctr" fontAlgn="ctr"/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{{</a:t>
                      </a:r>
                      <a:r>
                        <a:rPr lang="zh-CN" altLang="en-US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分行名称</a:t>
                      </a:r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}}</a:t>
                      </a:r>
                      <a:endParaRPr lang="en-US" altLang="zh-CN" sz="1200" b="1" i="0">
                        <a:solidFill>
                          <a:srgbClr val="FEFCB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ctr" fontAlgn="ctr"/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{{</a:t>
                      </a:r>
                      <a:r>
                        <a:rPr lang="zh-CN" altLang="en-US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基金名称</a:t>
                      </a:r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}}</a:t>
                      </a:r>
                      <a:endParaRPr lang="en-US" altLang="zh-CN" sz="1200" b="1" i="0">
                        <a:solidFill>
                          <a:srgbClr val="FEFCB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ctr" fontAlgn="ctr"/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{{</a:t>
                      </a:r>
                      <a:r>
                        <a:rPr lang="zh-CN" altLang="en-US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销售总额</a:t>
                      </a:r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}}</a:t>
                      </a:r>
                      <a:endParaRPr lang="en-US" altLang="zh-CN" sz="1200" b="1" i="0">
                        <a:solidFill>
                          <a:srgbClr val="FEFCB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1480">
                <a:tc>
                  <a:txBody>
                    <a:bodyPr/>
                    <a:p>
                      <a:pPr marL="9525" indent="0" algn="ctr" fontAlgn="ctr"/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{{</a:t>
                      </a:r>
                      <a:r>
                        <a:rPr lang="zh-CN" altLang="en-US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分行名称</a:t>
                      </a:r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}}</a:t>
                      </a:r>
                      <a:endParaRPr lang="en-US" altLang="zh-CN" sz="1200" b="1" i="0">
                        <a:solidFill>
                          <a:srgbClr val="FEFCB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ctr" fontAlgn="ctr"/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{{</a:t>
                      </a:r>
                      <a:r>
                        <a:rPr lang="zh-CN" altLang="en-US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基金名称</a:t>
                      </a:r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}}</a:t>
                      </a:r>
                      <a:endParaRPr lang="en-US" altLang="zh-CN" sz="1200" b="1" i="0">
                        <a:solidFill>
                          <a:srgbClr val="FEFCB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ctr" fontAlgn="ctr"/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{{</a:t>
                      </a:r>
                      <a:r>
                        <a:rPr lang="zh-CN" altLang="en-US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销售总额</a:t>
                      </a:r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}}</a:t>
                      </a:r>
                      <a:endParaRPr lang="en-US" altLang="zh-CN" sz="1200" b="1" i="0">
                        <a:solidFill>
                          <a:srgbClr val="FEFCB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1480">
                <a:tc>
                  <a:txBody>
                    <a:bodyPr/>
                    <a:p>
                      <a:pPr marL="9525" indent="0" algn="ctr" fontAlgn="ctr"/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{{</a:t>
                      </a:r>
                      <a:r>
                        <a:rPr lang="zh-CN" altLang="en-US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分行名称</a:t>
                      </a:r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}}</a:t>
                      </a:r>
                      <a:endParaRPr lang="en-US" altLang="zh-CN" sz="1200" b="1" i="0">
                        <a:solidFill>
                          <a:srgbClr val="FEFCB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ctr" fontAlgn="ctr"/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{{</a:t>
                      </a:r>
                      <a:r>
                        <a:rPr lang="zh-CN" altLang="en-US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基金名称</a:t>
                      </a:r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}}</a:t>
                      </a:r>
                      <a:endParaRPr lang="en-US" altLang="zh-CN" sz="1200" b="1" i="0">
                        <a:solidFill>
                          <a:srgbClr val="FEFCB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ctr" fontAlgn="ctr"/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{{</a:t>
                      </a:r>
                      <a:r>
                        <a:rPr lang="zh-CN" altLang="en-US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销售总额</a:t>
                      </a:r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}}</a:t>
                      </a:r>
                      <a:endParaRPr lang="en-US" altLang="zh-CN" sz="1200" b="1" i="0">
                        <a:solidFill>
                          <a:srgbClr val="FEFCB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1480">
                <a:tc>
                  <a:txBody>
                    <a:bodyPr/>
                    <a:p>
                      <a:pPr marL="9525" indent="0" algn="ctr" fontAlgn="ctr"/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{{</a:t>
                      </a:r>
                      <a:r>
                        <a:rPr lang="zh-CN" altLang="en-US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分行名称</a:t>
                      </a:r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}}</a:t>
                      </a:r>
                      <a:endParaRPr lang="en-US" altLang="zh-CN" sz="1200" b="1" i="0">
                        <a:solidFill>
                          <a:srgbClr val="FEFCB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ctr" fontAlgn="ctr"/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{{</a:t>
                      </a:r>
                      <a:r>
                        <a:rPr lang="zh-CN" altLang="en-US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基金名称</a:t>
                      </a:r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}}</a:t>
                      </a:r>
                      <a:endParaRPr lang="en-US" altLang="zh-CN" sz="1200" b="1" i="0">
                        <a:solidFill>
                          <a:srgbClr val="FEFCB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ctr" fontAlgn="ctr"/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{{</a:t>
                      </a:r>
                      <a:r>
                        <a:rPr lang="zh-CN" altLang="en-US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销售总额</a:t>
                      </a:r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}}</a:t>
                      </a:r>
                      <a:endParaRPr lang="en-US" altLang="zh-CN" sz="1200" b="1" i="0">
                        <a:solidFill>
                          <a:srgbClr val="FEFCB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1480">
                <a:tc>
                  <a:txBody>
                    <a:bodyPr/>
                    <a:p>
                      <a:pPr marL="9525" indent="0" algn="ctr" fontAlgn="ctr"/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{{</a:t>
                      </a:r>
                      <a:r>
                        <a:rPr lang="zh-CN" altLang="en-US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分行名称</a:t>
                      </a:r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}}</a:t>
                      </a:r>
                      <a:endParaRPr lang="en-US" altLang="zh-CN" sz="1200" b="1" i="0">
                        <a:solidFill>
                          <a:srgbClr val="FEFCB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ctr" fontAlgn="ctr"/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{{</a:t>
                      </a:r>
                      <a:r>
                        <a:rPr lang="zh-CN" altLang="en-US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基金名称</a:t>
                      </a:r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}}</a:t>
                      </a:r>
                      <a:endParaRPr lang="en-US" altLang="zh-CN" sz="1200" b="1" i="0">
                        <a:solidFill>
                          <a:srgbClr val="FEFCB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ctr" fontAlgn="ctr"/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{{</a:t>
                      </a:r>
                      <a:r>
                        <a:rPr lang="zh-CN" altLang="en-US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销售总额</a:t>
                      </a:r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}}</a:t>
                      </a:r>
                      <a:endParaRPr lang="en-US" altLang="zh-CN" sz="1200" b="1" i="0">
                        <a:solidFill>
                          <a:srgbClr val="FEFCB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1480">
                <a:tc>
                  <a:txBody>
                    <a:bodyPr/>
                    <a:p>
                      <a:pPr marL="9525" indent="0" algn="ctr" fontAlgn="ctr"/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{{</a:t>
                      </a:r>
                      <a:r>
                        <a:rPr lang="zh-CN" altLang="en-US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分行名称</a:t>
                      </a:r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}}</a:t>
                      </a:r>
                      <a:endParaRPr lang="en-US" altLang="zh-CN" sz="1200" b="1" i="0">
                        <a:solidFill>
                          <a:srgbClr val="FEFCB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ctr" fontAlgn="ctr"/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{{</a:t>
                      </a:r>
                      <a:r>
                        <a:rPr lang="zh-CN" altLang="en-US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基金名称</a:t>
                      </a:r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}}</a:t>
                      </a:r>
                      <a:endParaRPr lang="en-US" altLang="zh-CN" sz="1200" b="1" i="0">
                        <a:solidFill>
                          <a:srgbClr val="FEFCB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ctr" fontAlgn="ctr"/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{{</a:t>
                      </a:r>
                      <a:r>
                        <a:rPr lang="zh-CN" altLang="en-US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销售总额</a:t>
                      </a:r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}}</a:t>
                      </a:r>
                      <a:endParaRPr lang="en-US" altLang="zh-CN" sz="1200" b="1" i="0">
                        <a:solidFill>
                          <a:srgbClr val="FEFCB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1480">
                <a:tc>
                  <a:txBody>
                    <a:bodyPr/>
                    <a:p>
                      <a:pPr marL="9525" indent="0" algn="ctr" fontAlgn="ctr"/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{{</a:t>
                      </a:r>
                      <a:r>
                        <a:rPr lang="zh-CN" altLang="en-US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分行名称</a:t>
                      </a:r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}}</a:t>
                      </a:r>
                      <a:endParaRPr lang="en-US" altLang="zh-CN" sz="1200" b="1" i="0">
                        <a:solidFill>
                          <a:srgbClr val="FEFCB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ctr" fontAlgn="ctr"/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{{</a:t>
                      </a:r>
                      <a:r>
                        <a:rPr lang="zh-CN" altLang="en-US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基金名称</a:t>
                      </a:r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}}</a:t>
                      </a:r>
                      <a:endParaRPr lang="en-US" altLang="zh-CN" sz="1200" b="1" i="0">
                        <a:solidFill>
                          <a:srgbClr val="FEFCB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ctr" fontAlgn="ctr"/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{{</a:t>
                      </a:r>
                      <a:r>
                        <a:rPr lang="zh-CN" altLang="en-US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销售总额</a:t>
                      </a:r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}}</a:t>
                      </a:r>
                      <a:endParaRPr lang="en-US" altLang="zh-CN" sz="1200" b="1" i="0">
                        <a:solidFill>
                          <a:srgbClr val="FEFCB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1480">
                <a:tc>
                  <a:txBody>
                    <a:bodyPr/>
                    <a:p>
                      <a:pPr marL="9525" indent="0" algn="ctr" fontAlgn="ctr"/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{{</a:t>
                      </a:r>
                      <a:r>
                        <a:rPr lang="zh-CN" altLang="en-US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分行名称</a:t>
                      </a:r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}}</a:t>
                      </a:r>
                      <a:endParaRPr lang="en-US" altLang="zh-CN" sz="1200" b="1" i="0">
                        <a:solidFill>
                          <a:srgbClr val="FEFCB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ctr" fontAlgn="ctr"/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{{</a:t>
                      </a:r>
                      <a:r>
                        <a:rPr lang="zh-CN" altLang="en-US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基金名称</a:t>
                      </a:r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}}</a:t>
                      </a:r>
                      <a:endParaRPr lang="en-US" altLang="zh-CN" sz="1200" b="1" i="0">
                        <a:solidFill>
                          <a:srgbClr val="FEFCB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ctr" fontAlgn="ctr"/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{{</a:t>
                      </a:r>
                      <a:r>
                        <a:rPr lang="zh-CN" altLang="en-US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销售总额</a:t>
                      </a:r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}}</a:t>
                      </a:r>
                      <a:endParaRPr lang="en-US" altLang="zh-CN" sz="1200" b="1" i="0">
                        <a:solidFill>
                          <a:srgbClr val="FEFCB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1480">
                <a:tc>
                  <a:txBody>
                    <a:bodyPr/>
                    <a:p>
                      <a:pPr marL="9525" indent="0" algn="ctr" fontAlgn="ctr"/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{{</a:t>
                      </a:r>
                      <a:r>
                        <a:rPr lang="zh-CN" altLang="en-US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分行名称</a:t>
                      </a:r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}}</a:t>
                      </a:r>
                      <a:endParaRPr lang="en-US" altLang="zh-CN" sz="1200" b="1" i="0">
                        <a:solidFill>
                          <a:srgbClr val="FEFCB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ctr" fontAlgn="ctr"/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{{</a:t>
                      </a:r>
                      <a:r>
                        <a:rPr lang="zh-CN" altLang="en-US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基金名称</a:t>
                      </a:r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}}</a:t>
                      </a:r>
                      <a:endParaRPr lang="en-US" altLang="zh-CN" sz="1200" b="1" i="0">
                        <a:solidFill>
                          <a:srgbClr val="FEFCB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9525" indent="0" algn="ctr" fontAlgn="ctr"/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{{</a:t>
                      </a:r>
                      <a:r>
                        <a:rPr lang="zh-CN" altLang="en-US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销售总额</a:t>
                      </a:r>
                      <a:r>
                        <a:rPr lang="en-US" altLang="zh-CN" sz="1200" b="1" i="0">
                          <a:solidFill>
                            <a:srgbClr val="FEFCB4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}}</a:t>
                      </a:r>
                      <a:endParaRPr lang="en-US" altLang="zh-CN" sz="1200" b="1" i="0">
                        <a:solidFill>
                          <a:srgbClr val="FEFCB4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348*31"/>
  <p:tag name="TABLE_ENDDRAG_RECT" val="54*328*348*31"/>
</p:tagLst>
</file>

<file path=ppt/tags/tag2.xml><?xml version="1.0" encoding="utf-8"?>
<p:tagLst xmlns:p="http://schemas.openxmlformats.org/presentationml/2006/main">
  <p:tag name="TABLE_ENDDRAG_ORIGIN_RECT" val="382*323"/>
  <p:tag name="TABLE_ENDDRAG_RECT" val="21*339*382*323"/>
</p:tagLst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</Words>
  <Application>WPS 演示</Application>
  <PresentationFormat>宽屏</PresentationFormat>
  <Paragraphs>62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汉仪旗黑</vt:lpstr>
      <vt:lpstr>方正兰亭中黑_GBK</vt:lpstr>
      <vt:lpstr>汉仪中黑KW</vt:lpstr>
      <vt:lpstr>宋体</vt:lpstr>
      <vt:lpstr>Arial Unicode MS</vt:lpstr>
      <vt:lpstr>Arial Black</vt:lpstr>
      <vt:lpstr>黑体</vt:lpstr>
      <vt:lpstr>Calibri</vt:lpstr>
      <vt:lpstr>Helvetica Neue</vt:lpstr>
      <vt:lpstr>汉仪书宋二KW</vt:lpstr>
      <vt:lpstr>微软雅黑</vt:lpstr>
      <vt:lpstr>方正兰亭中黑_GBK</vt:lpstr>
      <vt:lpstr>WPS​​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周文龙</cp:lastModifiedBy>
  <cp:revision>34</cp:revision>
  <dcterms:created xsi:type="dcterms:W3CDTF">2026-02-11T01:58:37Z</dcterms:created>
  <dcterms:modified xsi:type="dcterms:W3CDTF">2026-02-11T01:58:37Z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2052-7.3.1.8967</vt:lpwstr>
  </property>
  <property fmtid="{D5CDD505-2E9C-101B-9397-08002B2CF9AE}" pid="3" name="ICV">
    <vt:lpwstr>50F0008E4E8F447D5BDC8B692B3F789D_43</vt:lpwstr>
  </property>
</Properties>
</file>